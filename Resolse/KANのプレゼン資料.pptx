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0E61-ABC3-4A00-9337-97CCB1FB96DC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12968-F295-4454-9EA1-239A41D3EA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5433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0E61-ABC3-4A00-9337-97CCB1FB96DC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12968-F295-4454-9EA1-239A41D3EA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8387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0E61-ABC3-4A00-9337-97CCB1FB96DC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12968-F295-4454-9EA1-239A41D3EA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228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0E61-ABC3-4A00-9337-97CCB1FB96DC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12968-F295-4454-9EA1-239A41D3EA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3213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0E61-ABC3-4A00-9337-97CCB1FB96DC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12968-F295-4454-9EA1-239A41D3EA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0400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0E61-ABC3-4A00-9337-97CCB1FB96DC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12968-F295-4454-9EA1-239A41D3EA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955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0E61-ABC3-4A00-9337-97CCB1FB96DC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12968-F295-4454-9EA1-239A41D3EA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0972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0E61-ABC3-4A00-9337-97CCB1FB96DC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12968-F295-4454-9EA1-239A41D3EA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6296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0E61-ABC3-4A00-9337-97CCB1FB96DC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12968-F295-4454-9EA1-239A41D3EA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1468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0E61-ABC3-4A00-9337-97CCB1FB96DC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12968-F295-4454-9EA1-239A41D3EA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881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0E61-ABC3-4A00-9337-97CCB1FB96DC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12968-F295-4454-9EA1-239A41D3EA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7912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80E61-ABC3-4A00-9337-97CCB1FB96DC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12968-F295-4454-9EA1-239A41D3EA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439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 flipV="1">
            <a:off x="654341" y="872455"/>
            <a:ext cx="10997967" cy="2516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図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178" y="-129424"/>
            <a:ext cx="1935637" cy="1088796"/>
          </a:xfrm>
          <a:prstGeom prst="rect">
            <a:avLst/>
          </a:prstGeom>
        </p:spPr>
      </p:pic>
      <p:sp>
        <p:nvSpPr>
          <p:cNvPr id="8" name="正方形/長方形 7"/>
          <p:cNvSpPr/>
          <p:nvPr/>
        </p:nvSpPr>
        <p:spPr>
          <a:xfrm>
            <a:off x="504441" y="282599"/>
            <a:ext cx="447291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ja-JP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[ticket’s] </a:t>
            </a:r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制作物</a:t>
            </a:r>
            <a:endParaRPr lang="en-US" altLang="ja-JP" sz="3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7016">
            <a:off x="5631710" y="2875174"/>
            <a:ext cx="6276619" cy="3558619"/>
          </a:xfrm>
          <a:prstGeom prst="rect">
            <a:avLst/>
          </a:prstGeom>
          <a:ln w="34925">
            <a:solidFill>
              <a:schemeClr val="tx1"/>
            </a:solidFill>
          </a:ln>
        </p:spPr>
      </p:pic>
      <p:sp>
        <p:nvSpPr>
          <p:cNvPr id="12" name="正方形/長方形 11"/>
          <p:cNvSpPr/>
          <p:nvPr/>
        </p:nvSpPr>
        <p:spPr>
          <a:xfrm>
            <a:off x="504442" y="1284478"/>
            <a:ext cx="786656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タイトル：～缶～</a:t>
            </a:r>
            <a:endParaRPr lang="en-US" altLang="ja-JP" sz="3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504442" y="2118716"/>
            <a:ext cx="1159957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ジャンル：バカゲー、アクションゲーム</a:t>
            </a:r>
            <a:endParaRPr lang="en-US" altLang="ja-JP" sz="3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504442" y="3090153"/>
            <a:ext cx="11599574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ゴミ箱を目指す</a:t>
            </a:r>
            <a:endParaRPr lang="en-US" altLang="ja-JP" sz="3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「</a:t>
            </a:r>
            <a:r>
              <a:rPr lang="en-US" altLang="ja-JP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3D</a:t>
            </a:r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缶アクション」</a:t>
            </a:r>
            <a:endParaRPr lang="en-US" altLang="ja-JP" sz="3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56261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 flipV="1">
            <a:off x="654341" y="872455"/>
            <a:ext cx="10997967" cy="2516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図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178" y="-129424"/>
            <a:ext cx="1935637" cy="1088796"/>
          </a:xfrm>
          <a:prstGeom prst="rect">
            <a:avLst/>
          </a:prstGeom>
        </p:spPr>
      </p:pic>
      <p:sp>
        <p:nvSpPr>
          <p:cNvPr id="12" name="正方形/長方形 11"/>
          <p:cNvSpPr/>
          <p:nvPr/>
        </p:nvSpPr>
        <p:spPr>
          <a:xfrm>
            <a:off x="2220044" y="1227917"/>
            <a:ext cx="786656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あなたは缶です。</a:t>
            </a:r>
          </a:p>
          <a:p>
            <a:pPr algn="ctr"/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ゴミ箱を目指してください。</a:t>
            </a:r>
            <a:endParaRPr lang="en-US" altLang="ja-JP" sz="3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808" y="2531941"/>
            <a:ext cx="7195031" cy="4015409"/>
          </a:xfrm>
          <a:prstGeom prst="rect">
            <a:avLst/>
          </a:prstGeom>
          <a:ln w="47625">
            <a:solidFill>
              <a:schemeClr val="tx1"/>
            </a:solidFill>
          </a:ln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74136">
            <a:off x="213582" y="1262471"/>
            <a:ext cx="1967676" cy="2538937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82645">
            <a:off x="10067434" y="3403916"/>
            <a:ext cx="2103506" cy="2621191"/>
          </a:xfrm>
          <a:prstGeom prst="rect">
            <a:avLst/>
          </a:prstGeom>
        </p:spPr>
      </p:pic>
      <p:sp>
        <p:nvSpPr>
          <p:cNvPr id="15" name="正方形/長方形 14"/>
          <p:cNvSpPr/>
          <p:nvPr/>
        </p:nvSpPr>
        <p:spPr>
          <a:xfrm>
            <a:off x="504441" y="282599"/>
            <a:ext cx="447291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ja-JP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[ticket’s] </a:t>
            </a:r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制作物</a:t>
            </a:r>
            <a:endParaRPr lang="en-US" altLang="ja-JP" sz="3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78509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 flipV="1">
            <a:off x="654341" y="872455"/>
            <a:ext cx="10997967" cy="2516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図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178" y="-129424"/>
            <a:ext cx="1935637" cy="1088796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885" y="2906007"/>
            <a:ext cx="6780115" cy="3815305"/>
          </a:xfrm>
          <a:prstGeom prst="rect">
            <a:avLst/>
          </a:prstGeom>
        </p:spPr>
      </p:pic>
      <p:sp>
        <p:nvSpPr>
          <p:cNvPr id="11" name="正方形/長方形 10"/>
          <p:cNvSpPr/>
          <p:nvPr/>
        </p:nvSpPr>
        <p:spPr>
          <a:xfrm>
            <a:off x="504442" y="1284478"/>
            <a:ext cx="9742494" cy="39703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操作</a:t>
            </a:r>
            <a:endParaRPr lang="en-US" altLang="ja-JP" sz="3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・</a:t>
            </a:r>
            <a:r>
              <a:rPr lang="en-US" altLang="ja-JP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WASD</a:t>
            </a:r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で移動</a:t>
            </a:r>
            <a:r>
              <a:rPr lang="en-US" altLang="ja-JP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</a:t>
            </a:r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前進、後退、方向転換</a:t>
            </a:r>
            <a:r>
              <a:rPr lang="en-US" altLang="ja-JP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  <a:p>
            <a:r>
              <a:rPr lang="ja-JP" altLang="en-U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・</a:t>
            </a:r>
            <a:r>
              <a:rPr lang="en-US" altLang="ja-JP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SPACE</a:t>
            </a:r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でジャンプ</a:t>
            </a:r>
            <a:endParaRPr lang="en-US" altLang="ja-JP" sz="3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・左クリック長押しで</a:t>
            </a:r>
            <a:endParaRPr lang="en-US" altLang="ja-JP" sz="3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「</a:t>
            </a:r>
            <a:r>
              <a:rPr lang="en-US" altLang="ja-JP" sz="3600" b="1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SyakaSyakaGage</a:t>
            </a:r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」</a:t>
            </a:r>
            <a:endParaRPr lang="en-US" altLang="ja-JP" sz="3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のチャージ、発射。</a:t>
            </a:r>
            <a:endParaRPr lang="en-US" altLang="ja-JP" sz="3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ja-JP" sz="3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504441" y="282599"/>
            <a:ext cx="447291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ja-JP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[ticket’s] </a:t>
            </a:r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制作物</a:t>
            </a:r>
            <a:endParaRPr lang="en-US" altLang="ja-JP" sz="3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47541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 flipV="1">
            <a:off x="654341" y="872455"/>
            <a:ext cx="10997967" cy="2516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図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178" y="-129424"/>
            <a:ext cx="1935637" cy="1088796"/>
          </a:xfrm>
          <a:prstGeom prst="rect">
            <a:avLst/>
          </a:prstGeom>
        </p:spPr>
      </p:pic>
      <p:sp>
        <p:nvSpPr>
          <p:cNvPr id="11" name="正方形/長方形 10"/>
          <p:cNvSpPr/>
          <p:nvPr/>
        </p:nvSpPr>
        <p:spPr>
          <a:xfrm>
            <a:off x="504441" y="1284478"/>
            <a:ext cx="1123192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ja-JP" sz="3600" b="1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SyakaSyakaGage</a:t>
            </a:r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とは</a:t>
            </a:r>
            <a:r>
              <a:rPr lang="en-US" altLang="ja-JP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……</a:t>
            </a:r>
          </a:p>
          <a:p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炭酸を爆発させ、遠くまで自身を飛ばすことができる特殊なゲージ</a:t>
            </a:r>
            <a:endParaRPr lang="en-US" altLang="ja-JP" sz="3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504441" y="282599"/>
            <a:ext cx="447291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ja-JP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[ticket’s] </a:t>
            </a:r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制作物</a:t>
            </a:r>
            <a:endParaRPr lang="en-US" altLang="ja-JP" sz="3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41" y="3146285"/>
            <a:ext cx="1937643" cy="1664814"/>
          </a:xfrm>
          <a:prstGeom prst="rect">
            <a:avLst/>
          </a:prstGeom>
          <a:ln w="34925">
            <a:solidFill>
              <a:schemeClr val="tx1"/>
            </a:solidFill>
          </a:ln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961" y="3114576"/>
            <a:ext cx="1672664" cy="2868207"/>
          </a:xfrm>
          <a:prstGeom prst="rect">
            <a:avLst/>
          </a:prstGeom>
          <a:ln w="34925">
            <a:solidFill>
              <a:schemeClr val="tx1"/>
            </a:solidFill>
          </a:ln>
        </p:spPr>
      </p:pic>
      <p:sp>
        <p:nvSpPr>
          <p:cNvPr id="8" name="右矢印 7"/>
          <p:cNvSpPr/>
          <p:nvPr/>
        </p:nvSpPr>
        <p:spPr>
          <a:xfrm rot="1190718">
            <a:off x="1932943" y="4683837"/>
            <a:ext cx="1640264" cy="688157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94884">
            <a:off x="5488602" y="2780543"/>
            <a:ext cx="6314772" cy="3536272"/>
          </a:xfrm>
          <a:prstGeom prst="rect">
            <a:avLst/>
          </a:prstGeom>
          <a:ln w="34925">
            <a:solidFill>
              <a:schemeClr val="tx1"/>
            </a:solidFill>
          </a:ln>
        </p:spPr>
      </p:pic>
      <p:sp>
        <p:nvSpPr>
          <p:cNvPr id="12" name="右矢印 11"/>
          <p:cNvSpPr/>
          <p:nvPr/>
        </p:nvSpPr>
        <p:spPr>
          <a:xfrm rot="20715452">
            <a:off x="4452501" y="4623226"/>
            <a:ext cx="1640264" cy="688157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/>
        </p:nvSpPr>
        <p:spPr>
          <a:xfrm>
            <a:off x="209067" y="4872332"/>
            <a:ext cx="11231929" cy="8925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2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溜まった</a:t>
            </a:r>
            <a:endParaRPr lang="en-US" altLang="ja-JP" sz="2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ja-JP" altLang="en-US" sz="2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ゲージ</a:t>
            </a:r>
            <a:r>
              <a:rPr lang="ja-JP" altLang="en-US" sz="2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を使って</a:t>
            </a:r>
            <a:endParaRPr lang="en-US" altLang="ja-JP" sz="2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2802773" y="6088375"/>
            <a:ext cx="11231929" cy="4924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2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狙いを定めて</a:t>
            </a:r>
            <a:r>
              <a:rPr lang="en-US" altLang="ja-JP" sz="2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</a:t>
            </a:r>
          </a:p>
        </p:txBody>
      </p:sp>
      <p:sp>
        <p:nvSpPr>
          <p:cNvPr id="16" name="正方形/長方形 15"/>
          <p:cNvSpPr/>
          <p:nvPr/>
        </p:nvSpPr>
        <p:spPr>
          <a:xfrm>
            <a:off x="8452902" y="5272767"/>
            <a:ext cx="4176073" cy="1631216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0000" b="1" dirty="0" smtClean="0">
                <a:ln w="25400">
                  <a:solidFill>
                    <a:schemeClr val="bg2">
                      <a:lumMod val="90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発射！</a:t>
            </a:r>
            <a:endParaRPr lang="en-US" altLang="ja-JP" sz="10000" b="1" dirty="0" smtClean="0">
              <a:ln w="25400">
                <a:solidFill>
                  <a:schemeClr val="bg2">
                    <a:lumMod val="90000"/>
                  </a:schemeClr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18944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 flipV="1">
            <a:off x="654341" y="872455"/>
            <a:ext cx="10997967" cy="2516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図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178" y="-129424"/>
            <a:ext cx="1935637" cy="1088796"/>
          </a:xfrm>
          <a:prstGeom prst="rect">
            <a:avLst/>
          </a:prstGeom>
        </p:spPr>
      </p:pic>
      <p:sp>
        <p:nvSpPr>
          <p:cNvPr id="11" name="正方形/長方形 10"/>
          <p:cNvSpPr/>
          <p:nvPr/>
        </p:nvSpPr>
        <p:spPr>
          <a:xfrm>
            <a:off x="504441" y="1284478"/>
            <a:ext cx="1123192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コインを消費して「自販機」で自身を強化！</a:t>
            </a:r>
            <a:endParaRPr lang="en-US" altLang="ja-JP" sz="3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504441" y="282599"/>
            <a:ext cx="447291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ja-JP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[ticket’s] </a:t>
            </a:r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制作物</a:t>
            </a:r>
            <a:endParaRPr lang="en-US" altLang="ja-JP" sz="3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41" y="1930810"/>
            <a:ext cx="1887667" cy="2509216"/>
          </a:xfrm>
          <a:prstGeom prst="rect">
            <a:avLst/>
          </a:prstGeom>
          <a:ln w="34925">
            <a:solidFill>
              <a:schemeClr val="tx1"/>
            </a:solidFill>
          </a:ln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945" y="3631693"/>
            <a:ext cx="2159407" cy="2509217"/>
          </a:xfrm>
          <a:prstGeom prst="rect">
            <a:avLst/>
          </a:prstGeom>
          <a:ln w="34925">
            <a:solidFill>
              <a:schemeClr val="tx1"/>
            </a:solidFill>
          </a:ln>
        </p:spPr>
      </p:pic>
      <p:pic>
        <p:nvPicPr>
          <p:cNvPr id="10" name="図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220" y="1959931"/>
            <a:ext cx="6799951" cy="3799846"/>
          </a:xfrm>
          <a:prstGeom prst="rect">
            <a:avLst/>
          </a:prstGeom>
          <a:ln w="34925">
            <a:solidFill>
              <a:schemeClr val="tx1"/>
            </a:solidFill>
          </a:ln>
        </p:spPr>
      </p:pic>
      <p:sp>
        <p:nvSpPr>
          <p:cNvPr id="17" name="正方形/長方形 16"/>
          <p:cNvSpPr/>
          <p:nvPr/>
        </p:nvSpPr>
        <p:spPr>
          <a:xfrm>
            <a:off x="261772" y="4440026"/>
            <a:ext cx="2552987" cy="8925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ja-JP" altLang="en-US" sz="2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各地に点在する</a:t>
            </a:r>
            <a:endParaRPr lang="en-US" altLang="ja-JP" sz="2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ja-JP" altLang="en-US" sz="2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コインを回収</a:t>
            </a:r>
            <a:endParaRPr lang="en-US" altLang="ja-JP" sz="2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477845" y="2739142"/>
            <a:ext cx="2827539" cy="8925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ja-JP" altLang="en-US" sz="2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自販機を見つけて</a:t>
            </a:r>
            <a:endParaRPr lang="en-US" altLang="ja-JP" sz="2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ja-JP" altLang="en-US" sz="2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近づき</a:t>
            </a:r>
            <a:endParaRPr lang="en-US" altLang="ja-JP" sz="2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5253289" y="5867784"/>
            <a:ext cx="6799951" cy="8925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ja-JP" altLang="en-US" sz="2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一定のコインを消費して</a:t>
            </a:r>
            <a:endParaRPr lang="en-US" altLang="ja-JP" sz="2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ja-JP" sz="2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ja-JP" altLang="en-US" sz="2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択の中から好きな強化を一つ選択！</a:t>
            </a:r>
            <a:endParaRPr lang="en-US" altLang="ja-JP" sz="2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右矢印 19"/>
          <p:cNvSpPr/>
          <p:nvPr/>
        </p:nvSpPr>
        <p:spPr>
          <a:xfrm rot="1190718">
            <a:off x="2180645" y="3583133"/>
            <a:ext cx="986594" cy="757031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右矢印 20"/>
          <p:cNvSpPr/>
          <p:nvPr/>
        </p:nvSpPr>
        <p:spPr>
          <a:xfrm rot="20336041">
            <a:off x="4615989" y="3861992"/>
            <a:ext cx="986594" cy="757031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4107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図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64323" y="6129503"/>
            <a:ext cx="656508" cy="847107"/>
          </a:xfrm>
          <a:prstGeom prst="rect">
            <a:avLst/>
          </a:prstGeom>
        </p:spPr>
      </p:pic>
      <p:pic>
        <p:nvPicPr>
          <p:cNvPr id="24" name="図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672223">
            <a:off x="1378670" y="6150100"/>
            <a:ext cx="656508" cy="847107"/>
          </a:xfrm>
          <a:prstGeom prst="rect">
            <a:avLst/>
          </a:prstGeom>
        </p:spPr>
      </p:pic>
      <p:pic>
        <p:nvPicPr>
          <p:cNvPr id="26" name="図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668491">
            <a:off x="2660924" y="6129503"/>
            <a:ext cx="656508" cy="847107"/>
          </a:xfrm>
          <a:prstGeom prst="rect">
            <a:avLst/>
          </a:prstGeom>
        </p:spPr>
      </p:pic>
      <p:pic>
        <p:nvPicPr>
          <p:cNvPr id="27" name="図 2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307348">
            <a:off x="3885552" y="6078476"/>
            <a:ext cx="656508" cy="847107"/>
          </a:xfrm>
          <a:prstGeom prst="rect">
            <a:avLst/>
          </a:prstGeom>
        </p:spPr>
      </p:pic>
      <p:pic>
        <p:nvPicPr>
          <p:cNvPr id="28" name="図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980628">
            <a:off x="5114100" y="6129503"/>
            <a:ext cx="656508" cy="847107"/>
          </a:xfrm>
          <a:prstGeom prst="rect">
            <a:avLst/>
          </a:prstGeom>
        </p:spPr>
      </p:pic>
      <p:pic>
        <p:nvPicPr>
          <p:cNvPr id="29" name="図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266595" y="6084294"/>
            <a:ext cx="656508" cy="847107"/>
          </a:xfrm>
          <a:prstGeom prst="rect">
            <a:avLst/>
          </a:prstGeom>
        </p:spPr>
      </p:pic>
      <p:cxnSp>
        <p:nvCxnSpPr>
          <p:cNvPr id="5" name="直線コネクタ 4"/>
          <p:cNvCxnSpPr/>
          <p:nvPr/>
        </p:nvCxnSpPr>
        <p:spPr>
          <a:xfrm flipV="1">
            <a:off x="654341" y="872455"/>
            <a:ext cx="10997967" cy="2516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図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178" y="-129424"/>
            <a:ext cx="1935637" cy="1088796"/>
          </a:xfrm>
          <a:prstGeom prst="rect">
            <a:avLst/>
          </a:prstGeom>
        </p:spPr>
      </p:pic>
      <p:sp>
        <p:nvSpPr>
          <p:cNvPr id="11" name="正方形/長方形 10"/>
          <p:cNvSpPr/>
          <p:nvPr/>
        </p:nvSpPr>
        <p:spPr>
          <a:xfrm>
            <a:off x="504441" y="1284478"/>
            <a:ext cx="1123192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道行く人</a:t>
            </a:r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に蹴られたり、車に轢かれてしまう可能性</a:t>
            </a:r>
            <a:r>
              <a:rPr lang="en-US" altLang="ja-JP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</a:t>
            </a:r>
          </a:p>
          <a:p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注意してゴミ箱に向かえ！</a:t>
            </a:r>
            <a:endParaRPr lang="en-US" altLang="ja-JP" sz="3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504441" y="282599"/>
            <a:ext cx="447291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ja-JP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[ticket’s] </a:t>
            </a:r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制作物</a:t>
            </a:r>
            <a:endParaRPr lang="en-US" altLang="ja-JP" sz="3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5976">
            <a:off x="360487" y="2568602"/>
            <a:ext cx="2389075" cy="3657560"/>
          </a:xfrm>
          <a:prstGeom prst="rect">
            <a:avLst/>
          </a:prstGeom>
          <a:ln w="34925">
            <a:solidFill>
              <a:schemeClr val="tx1"/>
            </a:solidFill>
          </a:ln>
        </p:spPr>
      </p:pic>
      <p:pic>
        <p:nvPicPr>
          <p:cNvPr id="12" name="図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1280">
            <a:off x="7155538" y="2026329"/>
            <a:ext cx="4723672" cy="4703963"/>
          </a:xfrm>
          <a:prstGeom prst="rect">
            <a:avLst/>
          </a:prstGeom>
          <a:ln w="34925">
            <a:solidFill>
              <a:schemeClr val="tx1"/>
            </a:solidFill>
          </a:ln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00456">
            <a:off x="2717027" y="2864630"/>
            <a:ext cx="3966275" cy="3231038"/>
          </a:xfrm>
          <a:prstGeom prst="rect">
            <a:avLst/>
          </a:prstGeom>
          <a:ln w="349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97631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 flipV="1">
            <a:off x="654341" y="872455"/>
            <a:ext cx="10997967" cy="2516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図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178" y="-129424"/>
            <a:ext cx="1935637" cy="1088796"/>
          </a:xfrm>
          <a:prstGeom prst="rect">
            <a:avLst/>
          </a:prstGeom>
        </p:spPr>
      </p:pic>
      <p:sp>
        <p:nvSpPr>
          <p:cNvPr id="11" name="正方形/長方形 10"/>
          <p:cNvSpPr/>
          <p:nvPr/>
        </p:nvSpPr>
        <p:spPr>
          <a:xfrm>
            <a:off x="504442" y="1284478"/>
            <a:ext cx="9478544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コイン</a:t>
            </a:r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を残したり、素早くクリアしたり</a:t>
            </a:r>
            <a:endParaRPr lang="en-US" altLang="ja-JP" sz="3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得点の高いゴミ箱に入ることでハイスコアを目指そう！</a:t>
            </a:r>
            <a:endParaRPr lang="en-US" altLang="ja-JP" sz="3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504441" y="282599"/>
            <a:ext cx="447291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ja-JP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[ticket’s] </a:t>
            </a:r>
            <a:r>
              <a:rPr lang="ja-JP" alt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制作物</a:t>
            </a:r>
            <a:endParaRPr lang="en-US" altLang="ja-JP" sz="36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8283">
            <a:off x="5164871" y="2715043"/>
            <a:ext cx="6787010" cy="3838201"/>
          </a:xfrm>
          <a:prstGeom prst="rect">
            <a:avLst/>
          </a:prstGeom>
          <a:ln w="47625">
            <a:solidFill>
              <a:schemeClr val="tx1"/>
            </a:solidFill>
          </a:ln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03128">
            <a:off x="297513" y="3159097"/>
            <a:ext cx="2367450" cy="2950093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77412">
            <a:off x="2788892" y="2730457"/>
            <a:ext cx="2029067" cy="202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497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195</Words>
  <Application>Microsoft Office PowerPoint</Application>
  <PresentationFormat>ワイド画面</PresentationFormat>
  <Paragraphs>36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student</dc:creator>
  <cp:lastModifiedBy>student</cp:lastModifiedBy>
  <cp:revision>8</cp:revision>
  <dcterms:created xsi:type="dcterms:W3CDTF">2026-05-07T07:02:30Z</dcterms:created>
  <dcterms:modified xsi:type="dcterms:W3CDTF">2026-05-07T07:53:21Z</dcterms:modified>
</cp:coreProperties>
</file>